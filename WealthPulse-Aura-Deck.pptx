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INTELLIGENCE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508"/>
              </a:lnSpc>
              <a:buNone/>
            </a:pPr>
            <a:r>
              <a:rPr lang="en-US" sz="54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is the </a:t>
            </a:r>
            <a:pPr indent="0" marL="0">
              <a:lnSpc>
                <a:spcPts val="5508"/>
              </a:lnSpc>
              <a:buNone/>
            </a:pPr>
            <a:r>
              <a:rPr lang="en-US" sz="54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moat.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3383280"/>
            <a:ext cx="8778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era won't be won by the biggest model — everyone rents the same ones. It's won by whoever turns </a:t>
            </a:r>
            <a:pPr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context into action</a:t>
            </a:r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first. That speed is the moat, and moats compound.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5989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D8B25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598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2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61288" y="5989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WealthPulse   ·   Live demo on SingleStore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95% OF AI PILOTS STALL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</a:t>
            </a:r>
            <a:pPr indent="0" marL="0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indent="0" marL="0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better AI.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4871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The myth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94436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"Better model = better AI." Teams chase the biggest model — and get a very smart, very confident wrong answer on stale data. Your agents are brilliant, and blind.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22860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24871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D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reality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0528" y="294436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only as good as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truth it can see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data, events, permissions and business logic, in the moment.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4343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REAL-TIME PATH — VALUE CAPTURED AS IT’S CREATED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→ ETL → Warehouse → Dashboard</a:t>
            </a:r>
            <a:pPr indent="0" marL="0">
              <a:buNone/>
            </a:pPr>
            <a:r>
              <a:rPr lang="en-US" sz="17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vs        </a:t>
            </a:r>
            <a:pPr indent="0" marL="0">
              <a:buNone/>
            </a:pPr>
            <a:r>
              <a:rPr lang="en-US" sz="1700" b="1" dirty="0">
                <a:solidFill>
                  <a:srgbClr val="E7C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→ Live decision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you don't give away </a:t>
            </a:r>
            <a:pPr indent="0" marL="0">
              <a:buNone/>
            </a:pPr>
            <a:r>
              <a:rPr lang="en-US" sz="2000" b="1" dirty="0">
                <a:solidFill>
                  <a:srgbClr val="E7C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business model.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· THREE OFFERINGS, ONE CONTEXT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on SingleStore — now </a:t>
            </a:r>
            <a:pPr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intelligence, three ways.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is the foundation. Put best-in-class intelligence on top — one copy of data, one Domain, one context engine.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181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Copilot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9359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&amp; BI at analyst.singlestore.com. Dashboards &amp; sharing. Zero build.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98848" y="251460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1181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Aura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59359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Q&amp;A dropped inside your own app — for application users.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39328" y="251460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MCPS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311810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95360" y="359359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apps &amp; agents your developers build — their UX, same Domain.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SingleStore context engine · one governed database · live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DOMAIN — YOUR MOAT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76"/>
              </a:lnSpc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indent="0" marL="0">
              <a:lnSpc>
                <a:spcPts val="3876"/>
              </a:lnSpc>
              <a:buNone/>
            </a:pPr>
            <a:r>
              <a:rPr lang="en-US" sz="38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Domain.</a:t>
            </a:r>
            <a:pPr indent="0" marL="0">
              <a:lnSpc>
                <a:spcPts val="3876"/>
              </a:lnSpc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layers.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logical grouping of a business subject area — shared by all three offerings.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SingleStore expertise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00984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how to write best-in-class SingleStore SQL &amp; applications.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98848" y="2514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ontology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300984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your business rules &amp; vocabulary — your metrics, your definitions.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39328" y="25146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semantic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3300984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Auto-derived from your schema &amp; kept current as your data evolves.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data — the </a:t>
            </a:r>
            <a:pPr indent="0" marL="0">
              <a:buNone/>
            </a:pPr>
            <a:r>
              <a:rPr lang="en-US" sz="1800" b="1" dirty="0">
                <a:solidFill>
                  <a:srgbClr val="E7C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is the difference.</a:t>
            </a:r>
            <a:pPr indent="0" marL="0">
              <a:buNone/>
            </a:pPr>
            <a:r>
              <a:rPr lang="en-US" sz="18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 is the moat.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up.  </a:t>
            </a:r>
            <a:pPr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D8B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down.</a:t>
            </a:r>
            <a:pPr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Risk down.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D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999232"/>
            <a:ext cx="29992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AI experiences faster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decisions capture the moment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what customers now expect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70832" y="228600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C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down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26864" y="2999232"/>
            <a:ext cx="29992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copies, no ETL, no point-solutions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serving infrastructure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existing Iceberg / lakehouse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83296" y="228600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21A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505456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down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39328" y="2999232"/>
            <a:ext cx="29992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— no lock-in, works with your lakehouse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reliability &amp; governance</a:t>
            </a:r>
            <a:endParaRPr lang="en-US" sz="14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lakehouse stays source of truth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winners of the agentic era won't have the most models. They'll have the </a:t>
            </a:r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E7C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live context — a moat that compounds every day.</a:t>
            </a:r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C3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Aura. Let's build yours.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SingleStore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WealthPulse × Aura — Demo Deck</dc:title>
  <dc:subject>PptxGenJS Presentation</dc:subject>
  <dc:creator>SingleStore</dc:creator>
  <cp:lastModifiedBy>SingleStore</cp:lastModifiedBy>
  <cp:revision>1</cp:revision>
  <dcterms:created xsi:type="dcterms:W3CDTF">2026-07-10T19:08:35Z</dcterms:created>
  <dcterms:modified xsi:type="dcterms:W3CDTF">2026-07-10T19:08:35Z</dcterms:modified>
</cp:coreProperties>
</file>